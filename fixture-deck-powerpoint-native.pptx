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QUIO_COVER">
    <p:bg>
      <p:bgPr>
        <a:solidFill>
          <a:srgbClr val="1B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QUIO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"/>
            <a:ext cx="9144000" cy="25603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4846320"/>
            <a:ext cx="8321040" cy="6401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828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Basquio Fixture Deck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82896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82896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Test Deck — Cross-App Compatibility Validation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Basquio fixture generator.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all elements render correctly in PowerPoint, Google Slides, and Keynote.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82896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Market grew +3.1% to €2.2B driven by premiumization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total market expanded moderately, with value growth outpacing volume.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segments drove 68% of incremental value.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4160520"/>
            <a:ext cx="8321040" cy="4114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4160520"/>
            <a:ext cx="36576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" y="4233672"/>
            <a:ext cx="810158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mix shift is structural — invest in value-accretive innovation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82896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 leads with 34.2% share, but Brand B is closing the gap at +2.1pp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4160520"/>
            <a:ext cx="832104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4160520"/>
            <a:ext cx="36576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557784" y="4233672"/>
            <a:ext cx="810158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B's acceleration requires defensive response in Q3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82896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PERFORMANCE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revenue surge (+26%) signals seasonal sensitivity in the portfolio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peaked at €61.3M in Q4, driven by holiday demand.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was the second strongest quarter. The volatility suggests opportunity for counter-seasonal activation.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82896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MIX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dominates all regions but South skews wet (+20% vs national average)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4160520"/>
            <a:ext cx="8321040" cy="4114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4160520"/>
            <a:ext cx="36576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57784" y="4233672"/>
            <a:ext cx="810158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represents the highest wet potential — align distribution accordingly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82896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BRIDGE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contributed €12M to growth while volume declined €5M — net premiumization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82896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STRUCTURE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nutrition is 60% of portfolio but dog represents the faster growth opportunity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dry and cat wet together account for 60% of portfolio value.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 segments are smaller but growing faster, suggesting rebalancing opportunity.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4160520"/>
            <a:ext cx="832104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4160520"/>
            <a:ext cx="36576" cy="4114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" y="4233672"/>
            <a:ext cx="810158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 innovation pipeline: 40% cat, 40% dog, 20% treats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82896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consistently outperforms 2024 — the growth trajectory is accelerating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4160520"/>
            <a:ext cx="8321040" cy="4114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4160520"/>
            <a:ext cx="36576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57784" y="4233672"/>
            <a:ext cx="810158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trend holds, FY2025 will exceed €300M — plan capacity accordingly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82896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SCORECARD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brands by value share with growth and price index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€76.3M (34.2%, +4.1%, PI 112) | Brand B: €49.3M (22.1%, +6.2%, PI 98) | Brand C: €35.2M (15.8%, +1.3%, PI 104) | Brand D: €25.2M (11.3%, -2.1%, PI 89) | Brand E: €16.5M (7.4%, +0.5%, PI 76)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82896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2926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priorities to convert market momentum into sustainable share gain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**Defend dry cat** — protect 22.7% share stronghold through innovation and promotion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**Expand cat wet** — each 1pp share = €7.8M; target 3pp gain in 18 months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**Triage dog** — narrow the portfolio, redeploy resources to winning segments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4160520"/>
            <a:ext cx="8321040" cy="4114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4160520"/>
            <a:ext cx="36576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" y="4233672"/>
            <a:ext cx="810158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addressable opportunity: €30M+ incremental revenue within 24 months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82896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Basquio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Basquio Fixture Deck</dc:title>
  <dc:subject>Basquio report output</dc:subject>
  <dc:creator>Basquio</dc:creator>
  <cp:lastModifiedBy>Basquio</cp:lastModifiedBy>
  <cp:revision>1</cp:revision>
  <dcterms:created xsi:type="dcterms:W3CDTF">2026-03-19T09:37:41Z</dcterms:created>
  <dcterms:modified xsi:type="dcterms:W3CDTF">2026-03-19T09:37:41Z</dcterms:modified>
</cp:coreProperties>
</file>